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69" r:id="rId4"/>
    <p:sldId id="291" r:id="rId5"/>
    <p:sldId id="273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70" r:id="rId22"/>
    <p:sldId id="301" r:id="rId23"/>
    <p:sldId id="302" r:id="rId24"/>
    <p:sldId id="268" r:id="rId25"/>
    <p:sldId id="266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1E9C77-9DA2-3178-57BF-3FE85653814C}" v="20" dt="2025-12-03T06:59:07.568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 M TEJASHWINI" userId="S::tejashwini.20221cse0624@presidencyuniversity.in::7a2b996f-9e03-4c06-9e1a-d4aa82f2a094" providerId="AD" clId="Web-{551E9C77-9DA2-3178-57BF-3FE85653814C}"/>
    <pc:docChg chg="delSld modSld">
      <pc:chgData name="T M TEJASHWINI" userId="S::tejashwini.20221cse0624@presidencyuniversity.in::7a2b996f-9e03-4c06-9e1a-d4aa82f2a094" providerId="AD" clId="Web-{551E9C77-9DA2-3178-57BF-3FE85653814C}" dt="2025-12-03T06:59:04.021" v="17" actId="20577"/>
      <pc:docMkLst>
        <pc:docMk/>
      </pc:docMkLst>
      <pc:sldChg chg="modSp">
        <pc:chgData name="T M TEJASHWINI" userId="S::tejashwini.20221cse0624@presidencyuniversity.in::7a2b996f-9e03-4c06-9e1a-d4aa82f2a094" providerId="AD" clId="Web-{551E9C77-9DA2-3178-57BF-3FE85653814C}" dt="2025-12-03T06:59:04.021" v="17" actId="20577"/>
        <pc:sldMkLst>
          <pc:docMk/>
          <pc:sldMk cId="0" sldId="257"/>
        </pc:sldMkLst>
        <pc:spChg chg="mod">
          <ac:chgData name="T M TEJASHWINI" userId="S::tejashwini.20221cse0624@presidencyuniversity.in::7a2b996f-9e03-4c06-9e1a-d4aa82f2a094" providerId="AD" clId="Web-{551E9C77-9DA2-3178-57BF-3FE85653814C}" dt="2025-12-03T06:59:04.021" v="17" actId="20577"/>
          <ac:spMkLst>
            <pc:docMk/>
            <pc:sldMk cId="0" sldId="257"/>
            <ac:spMk id="97" creationId="{00000000-0000-0000-0000-000000000000}"/>
          </ac:spMkLst>
        </pc:spChg>
      </pc:sldChg>
      <pc:sldChg chg="del">
        <pc:chgData name="T M TEJASHWINI" userId="S::tejashwini.20221cse0624@presidencyuniversity.in::7a2b996f-9e03-4c06-9e1a-d4aa82f2a094" providerId="AD" clId="Web-{551E9C77-9DA2-3178-57BF-3FE85653814C}" dt="2025-12-03T06:58:11.474" v="0"/>
        <pc:sldMkLst>
          <pc:docMk/>
          <pc:sldMk cId="4031625033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D14E9815-ADEB-EC8A-C2A5-C72723D1A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C24E1866-5E47-A301-82CD-1D7CD3189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25A4793A-5001-9289-11A0-FC57A52B67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0675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329C5A4-4E42-DCC3-8DD2-33640766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495AE853-2AC6-6DA8-DF28-9BE242301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E67B1F7E-B9B7-C5B6-6DCE-96F276AEA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361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216FC0D9-11CE-B696-B703-3F9CBD0BE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6E97CBD-E794-27EA-9EE7-470DDC8ABB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0EAA60AD-3685-534F-E25E-8BED4B6856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0683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8F8E9D4-0663-8559-76BB-8AC9903D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EB107B2B-48B7-F745-9BEE-2285F072B1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55B9D6F1-A6B8-ECE3-3A03-B7B0D2ED37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8203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CC8049FE-C938-C076-9716-1770BD63B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62CBC97A-0B1E-D4CF-2953-B58556D05C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9A4F3A15-58F6-8463-F814-7CC21138EB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1595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6AEADE5C-FABD-F6E6-612C-3675E0264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43BCF38C-B693-BD20-71F9-522E2394A0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A698CF00-0FC7-F9DE-096B-F9D7AB815E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73341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014AD87-333B-788D-51A9-20A0FA727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D35D2EEF-1CD9-D813-9B49-154652D0F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DF6061A-B8B5-E044-2378-23F6421B5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67194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AD8D5373-FFBC-D08F-428B-AE80D7CCF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D460B89C-31F9-B54A-82CD-CAE6AE49AC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9CE9C312-FE55-A0BD-8E10-8B0A4D793C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8687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DA2735D5-C5C1-EF2F-4EB6-0AB537161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3478C89C-B314-50D5-AE1D-C8B20A1E7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77B03DB5-6411-6858-59C2-ACFB64308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5161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16B2605D-6D6B-B141-434C-F184BA549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B76F7D02-CDE7-D5E0-0508-209096A6A3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9AC8AFC-B01D-D413-9474-918B766F0C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87044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410E1A3-8629-8F1B-35CD-417FB2B61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CA3D28AE-CC08-0FC3-CE60-832BE2D028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5891896A-CBE5-E3F7-876C-261587BB54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62428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6727111-DD88-9AFE-B25B-9C63D654F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9471710-6811-BAD1-CDE1-EE6463D45A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E896B196-13D6-E4D1-6004-3CEB223A35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04824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13A720FD-4D20-C641-7A9C-DD0056AE6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3C3C9D42-B037-6076-00BB-82DABB1A1E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D14F3F97-9879-8490-AD48-60FDE07E57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5009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B2C8E216-A5F3-2DC6-421C-3862B6FD9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BB1741CC-6763-D7E9-C0C0-0750F9EA62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CD0CA2E1-CD7A-CE44-9253-BF65309DF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02746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EA5BC47-D14A-B570-3B0F-6872FC47D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D65268F5-E341-8F64-FB3E-923A39484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E5E8660-78DA-E672-96C4-887F6BD975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9093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0C8CEE1C-E8BE-CBCD-F916-08F81E975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B12C3C6D-78E2-2341-218D-9FCCD75FD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78DC0FF-74A2-AD6A-1A31-247019E634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0488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jas-c/E-Waste-Facility-Locator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914400" y="990000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PSCS_76_E-Waste Facility Locator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914400" y="2061219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Bookman Old Style" panose="02050604050505020204" pitchFamily="18" charset="0"/>
                <a:ea typeface="Cambria" panose="02040503050406030204" pitchFamily="18" charset="0"/>
              </a:rPr>
              <a:t>Batch Number: </a:t>
            </a:r>
            <a:r>
              <a:rPr lang="en-GB" sz="1800" dirty="0">
                <a:solidFill>
                  <a:schemeClr val="tx1"/>
                </a:solidFill>
                <a:latin typeface="Bookman Old Style" panose="02050604050505020204" pitchFamily="18" charset="0"/>
                <a:ea typeface="Cambria" panose="02040503050406030204" pitchFamily="18" charset="0"/>
              </a:rPr>
              <a:t>CSE_224</a:t>
            </a:r>
            <a:endParaRPr sz="1800" dirty="0">
              <a:solidFill>
                <a:schemeClr val="tx1"/>
              </a:solidFill>
              <a:latin typeface="Bookman Old Style" panose="0205060405050502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15807" y="2337369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N </a:t>
            </a:r>
            <a:r>
              <a:rPr lang="en-GB" sz="17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Thrimoorthy</a:t>
            </a:r>
            <a:endParaRPr lang="en-GB" sz="17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561889962"/>
              </p:ext>
            </p:extLst>
          </p:nvPr>
        </p:nvGraphicFramePr>
        <p:xfrm>
          <a:off x="677325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20221CSE0626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THEJAS C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20221CSE0624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T M TEJASHWINI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20221CSE0628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VINAY K HIREMATH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3196018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Final Review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7424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CSE7101 - Capstone Project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Blessed Prince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Mr.Muthuraju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799" y="1102480"/>
            <a:ext cx="11261213" cy="517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pPr marL="49530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ookman Old Style"/>
                <a:ea typeface="Cambria"/>
              </a:rPr>
              <a:t>Abstract</a:t>
            </a:r>
          </a:p>
          <a:p>
            <a:pPr marL="495300" lvl="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  <a:ea typeface="Cambria" panose="02040503050406030204" pitchFamily="18" charset="0"/>
              </a:rPr>
              <a:t>Literature survey</a:t>
            </a:r>
          </a:p>
          <a:p>
            <a:pPr marL="49530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  <a:ea typeface="Cambria" panose="02040503050406030204" pitchFamily="18" charset="0"/>
              </a:rPr>
              <a:t>Existing Methods and Drawbacks </a:t>
            </a:r>
          </a:p>
          <a:p>
            <a:pPr marL="4953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  <a:ea typeface="Cambria" panose="02040503050406030204" pitchFamily="18" charset="0"/>
              </a:rPr>
              <a:t>Proposed Method &amp; Feasibility Study </a:t>
            </a:r>
          </a:p>
          <a:p>
            <a:pPr marL="4953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  <a:ea typeface="Cambria" panose="02040503050406030204" pitchFamily="18" charset="0"/>
              </a:rPr>
              <a:t>Architecture Diagram</a:t>
            </a:r>
          </a:p>
          <a:p>
            <a:pPr marL="4953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  <a:ea typeface="Cambria" panose="02040503050406030204" pitchFamily="18" charset="0"/>
              </a:rPr>
              <a:t>Modules </a:t>
            </a:r>
          </a:p>
          <a:p>
            <a:pPr marL="4953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  <a:ea typeface="Cambria" panose="02040503050406030204" pitchFamily="18" charset="0"/>
              </a:rPr>
              <a:t>Software Details</a:t>
            </a:r>
          </a:p>
          <a:p>
            <a:pPr marL="4953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  <a:ea typeface="Cambria" panose="02040503050406030204" pitchFamily="18" charset="0"/>
              </a:rPr>
              <a:t>Time line</a:t>
            </a:r>
            <a:endParaRPr lang="en-US">
              <a:latin typeface="Bookman Old Style" panose="02050604050505020204" pitchFamily="18" charset="0"/>
              <a:ea typeface="Cambria" panose="02040503050406030204" pitchFamily="18" charset="0"/>
            </a:endParaRPr>
          </a:p>
          <a:p>
            <a:pPr marL="49530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ookman Old Style"/>
                <a:ea typeface="Cambria"/>
              </a:rPr>
              <a:t>Project Output</a:t>
            </a:r>
          </a:p>
          <a:p>
            <a:pPr marL="4953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  <a:ea typeface="Cambria" panose="02040503050406030204" pitchFamily="18" charset="0"/>
              </a:rPr>
              <a:t>GitHub link</a:t>
            </a:r>
          </a:p>
          <a:p>
            <a:pPr marL="4953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  <a:ea typeface="Cambria" panose="02040503050406030204" pitchFamily="18" charset="0"/>
              </a:rPr>
              <a:t>References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799" y="1143000"/>
            <a:ext cx="10808929" cy="504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This project tackles the growing issue of electronic waste by promoting responsible disposal. It offers a web-based platform that helps users locate nearby recycling centers, learn about e-waste hazards, and earn credit points for submitting device details, encouraging repeat engagement and eco-friendly behavior.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B6F9870B-3B72-BB98-2A77-D48A08DD8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E9BCCB9A-9CC5-20DA-A9D1-5D13CC4727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(paper 1)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43A1CAA-9BD7-C7E7-61FF-30CBDC222E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145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e-WASTE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: Everything an ICT Scientist and Developer Should Know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A. Pont, A. Robles, and J. A. Gil, “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e-WASTE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: Everything an ICT Scientist and Developer Should Know,” IEEE Access, vol. 7, 2019.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4FF8ED-78D7-4D70-F284-AA9D6525001C}"/>
              </a:ext>
            </a:extLst>
          </p:cNvPr>
          <p:cNvSpPr txBox="1"/>
          <p:nvPr/>
        </p:nvSpPr>
        <p:spPr>
          <a:xfrm>
            <a:off x="812800" y="2797710"/>
            <a:ext cx="10668000" cy="409342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Review: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Explains global e-waste scale, toxic components, and hazards.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Covers recycling methods and their limitations.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Notes regulatory gaps and circular economy needs.</a:t>
            </a: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Analysis: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Highlights the urgent need for awareness and accessible disposal points, directly relevant to our locator app.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Emphasizes lack of recycling infrastructure, which our project can address by mapping facilities.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Our project can bridge knowledge–action gap</a:t>
            </a:r>
            <a:endParaRPr lang="en-IN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29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(paper 2)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Blockchain-Based IoT-Enabled E-Waste Tracking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A. U. R. Khan and R. W. Ahmad, “A Blockchain-Based IoT-Enabled E-Waste Tracking and Tracing System for Smart Cities,” IEEE Access, vol. 10, 2022.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CA6351-2B4F-23B5-D07F-DCC9C4527FE3}"/>
              </a:ext>
            </a:extLst>
          </p:cNvPr>
          <p:cNvSpPr txBox="1"/>
          <p:nvPr/>
        </p:nvSpPr>
        <p:spPr>
          <a:xfrm>
            <a:off x="812800" y="2797710"/>
            <a:ext cx="10255045" cy="378565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Review: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Proposes blockchain + IoT system for e-waste tracking in smart cities.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Uses Ethereum smart contracts, smart bins, and IPFS storage.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Ensures transparency, reputation-based stakeholder selection, and certified data destruction.</a:t>
            </a: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Analysis: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Highlights trust, traceability, and fraud prevention in e-waste handling.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Suggests how rewards and verified facility data can be added to our project.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Our locator can adopt lighter versions of blockchain-based incentives.</a:t>
            </a:r>
          </a:p>
          <a:p>
            <a:endParaRPr lang="en-IN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82CA0EB3-595E-7C18-4ED3-E1C5FC5A7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C2BABCEC-8C0F-1A12-F66A-041A7ADBD0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(paper 3)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76F6524B-4032-8E56-E812-8C4B551C6B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145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E-Waste Management Challenges in India (PRO Perspective)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T. S. Gaur, V. Yadav, S. Mittal, S. Singh, and M. A. Khan, “E-Waste Management Challenges in India From the Perspective of Producer Responsibility Organizations,” IEEE Access, vol. 13, 2025.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779B5F-2F2D-6C8C-B72F-F2945D9A81FB}"/>
              </a:ext>
            </a:extLst>
          </p:cNvPr>
          <p:cNvSpPr txBox="1"/>
          <p:nvPr/>
        </p:nvSpPr>
        <p:spPr>
          <a:xfrm>
            <a:off x="812800" y="2797710"/>
            <a:ext cx="10668000" cy="409342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Review: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Identifies 9 major challenges for PROs in India (collection, recycling, disposal).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DEMATEL used to rank issues like poor collaboration, lack of tech, and high costs.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Recommends knowledge-sharing, advanced recycling, and policy support.</a:t>
            </a: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Analysis: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Shows need for facility tracking and transparency — aligns with our locator’s goal.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Highlights lack of awareness and infrastructure, which our project addresses by mapping centers.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Suggests adding features for knowledge sharing and consumer engagement to improve impact.</a:t>
            </a:r>
            <a:endParaRPr lang="en-IN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887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EA090A4-8449-7097-5589-63478298C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DD9A7C25-134E-F827-558A-96A028ED31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(paper 4)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595D5F51-6445-A9D4-56C3-8939D482BA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145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Extended TOPSIS Method for Recycling Partner Selection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A. Qadir, S. Abdullah, S. Khan, and F. Khan, “A New Extended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Topsis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Method for E-Waste Recycling Partner Selection Under Complex Pythagorean Fuzzy Rough Dombi Aggregation Operator,” IEEE Access, vol. 12, 2024.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F70A2C-6E0E-F44D-29ED-4F451B1C6F5A}"/>
              </a:ext>
            </a:extLst>
          </p:cNvPr>
          <p:cNvSpPr txBox="1"/>
          <p:nvPr/>
        </p:nvSpPr>
        <p:spPr>
          <a:xfrm>
            <a:off x="812800" y="2797710"/>
            <a:ext cx="10668000" cy="409342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Review: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Proposes a new method to choose the best recycling partners.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Handles uncertainty in data using advanced math models.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Tested on real e-waste recycling case for validation.</a:t>
            </a: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Analysis: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Useful for ranking and selecting the right facilities/partners.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Our locator can use simpler ranking to guide users to the best centers.</a:t>
            </a:r>
          </a:p>
        </p:txBody>
      </p:sp>
    </p:spTree>
    <p:extLst>
      <p:ext uri="{BB962C8B-B14F-4D97-AF65-F5344CB8AC3E}">
        <p14:creationId xmlns:p14="http://schemas.microsoft.com/office/powerpoint/2010/main" val="4068159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95E1EDB7-1CE7-9451-32B7-A85B14A9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528EF0BD-1C61-0C7C-4902-4D7499499D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(paper 5)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31945D25-ACC6-C646-59A3-0C89053F3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145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Blockchain for Waste Management in Smart Cities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R. W. Ahmad, K. Salah, R. Jayaraman, I. Yaqoob and M. Omar, “Blockchain for Waste Management in Smart Cities: A Survey,” IEEE Access, vol. 9, 2021.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A2D50-E118-74DF-43AF-888861F7C8F5}"/>
              </a:ext>
            </a:extLst>
          </p:cNvPr>
          <p:cNvSpPr txBox="1"/>
          <p:nvPr/>
        </p:nvSpPr>
        <p:spPr>
          <a:xfrm>
            <a:off x="812800" y="2797710"/>
            <a:ext cx="10668000" cy="409342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Review: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Surveys blockchain use in waste management systems.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Highlights benefits: transparency, security, and fraud prevention.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Discusses challenges like scalability, cost, and integration with IoT.</a:t>
            </a: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Analysis: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Supports our project with ideas on secure and trusted facility data.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Suggests how rewards/credits can be made tamper-proof.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Helps plan future expansion of our locator with blockchain features.</a:t>
            </a:r>
          </a:p>
        </p:txBody>
      </p:sp>
    </p:spTree>
    <p:extLst>
      <p:ext uri="{BB962C8B-B14F-4D97-AF65-F5344CB8AC3E}">
        <p14:creationId xmlns:p14="http://schemas.microsoft.com/office/powerpoint/2010/main" val="3080732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2EE2A7E-2B5B-9716-89C2-DB10BB1E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08E894D-2D78-C584-E4A4-745B49AE78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(paper 6)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6EBA230E-790D-9A03-E420-3EB9A6E082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145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Electronic Waste Reduction Through Circular Design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M. Chakraborty, J. Kettle, and R. Dahiya, “Electronic Waste Reduction Through Devices and Printed Circuit Boards Designed for Circularity,” IEEE Access, vol. 12, 2024.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FFAD9C-E772-ABD7-74A4-5E297CABE376}"/>
              </a:ext>
            </a:extLst>
          </p:cNvPr>
          <p:cNvSpPr txBox="1"/>
          <p:nvPr/>
        </p:nvSpPr>
        <p:spPr>
          <a:xfrm>
            <a:off x="812800" y="2797710"/>
            <a:ext cx="10668000" cy="409342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Review: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Focuses on designing devices and PCBs for reuse, repair, and recycling.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Promotes circular economy to reduce e-waste at the design stage.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Case studies show benefits in material recovery and reduced disposal.</a:t>
            </a: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Analysis: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Stresses long-term solution: design for sustainability.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Our locator complements this by guiding users for proper disposal.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Together, design + disposal awareness can cut e-waste impact.</a:t>
            </a:r>
          </a:p>
        </p:txBody>
      </p:sp>
    </p:spTree>
    <p:extLst>
      <p:ext uri="{BB962C8B-B14F-4D97-AF65-F5344CB8AC3E}">
        <p14:creationId xmlns:p14="http://schemas.microsoft.com/office/powerpoint/2010/main" val="4125895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59E8F195-A436-716D-8705-286B9C70E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55FAD354-1304-F2E4-09BB-726800F32C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(paper 7)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E4CF53B6-FE39-984D-55BE-BE0C4B188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145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E-Waste Management: Are We Ready for It? 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L. F. Chen and H. W. Yee, “E-waste management: Are we ready for it?: A study on the awareness of COIT students toward e-waste management,” IEEE, 2011.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93E87A-CBCA-9B4A-A5AB-BEC348D497B4}"/>
              </a:ext>
            </a:extLst>
          </p:cNvPr>
          <p:cNvSpPr txBox="1"/>
          <p:nvPr/>
        </p:nvSpPr>
        <p:spPr>
          <a:xfrm>
            <a:off x="812800" y="2797710"/>
            <a:ext cx="10668000" cy="409342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Review: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Surveyed Malaysian COIT students’ awareness of e-waste issues.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Found low readiness and lack of knowledge on proper management.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Main reason: no Green IT or e-waste subjects in curriculum.</a:t>
            </a: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Analysis: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Highlights major gap in awareness and education.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Our locator can fill this gap with awareness features and guidance.</a:t>
            </a:r>
          </a:p>
        </p:txBody>
      </p:sp>
    </p:spTree>
    <p:extLst>
      <p:ext uri="{BB962C8B-B14F-4D97-AF65-F5344CB8AC3E}">
        <p14:creationId xmlns:p14="http://schemas.microsoft.com/office/powerpoint/2010/main" val="577456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85DF00A9-A28F-DF1D-785B-5EA2D34E5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4392130D-54DD-9678-82D4-1C8CB04A7E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(paper 8)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E0BCD7BB-40BF-F9D4-352F-CA51E0AE4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145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E-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Sangrahan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: Framework for Efficient E-Waste Management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N. S.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Malagati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, M. Rajesh, and B. Sreevidya, “E-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Sangrahan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: A Sustainable Paradigm and Comprehensive Framework for Efficient E-Waste Management Towards a Greener Future,” IEEE, 2019.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EB9595-F266-6C64-6058-E133E4328F6A}"/>
              </a:ext>
            </a:extLst>
          </p:cNvPr>
          <p:cNvSpPr txBox="1"/>
          <p:nvPr/>
        </p:nvSpPr>
        <p:spPr>
          <a:xfrm>
            <a:off x="812800" y="2797710"/>
            <a:ext cx="10668000" cy="409342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Review: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Proposes a web-based platform “E-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Sangrahan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” for e-waste management in India.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Features warehouse locator with directions for disposal.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classify e-waste vs non-e-waste items.</a:t>
            </a: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Analysis: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Very close to our locator concept, validates our approach.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ML-based identification can enhance user awareness in our system.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Shows potential of web platforms in bridging awareness and action.</a:t>
            </a:r>
          </a:p>
        </p:txBody>
      </p:sp>
    </p:spTree>
    <p:extLst>
      <p:ext uri="{BB962C8B-B14F-4D97-AF65-F5344CB8AC3E}">
        <p14:creationId xmlns:p14="http://schemas.microsoft.com/office/powerpoint/2010/main" val="3053653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E1E7FA2-6FA4-CFB8-4F55-12B3C6061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A6003FCB-3A16-7BCE-EBE3-37B59D6033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(paper 9)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7C76D6E6-7215-86FB-FF77-2C2E06D3B7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145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SAFA-E: The E-Waste Management System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V. Chaturvedi, R. Babbar, I. Arora, D. Varshney, and U. Hariharan, “SAFA-E (The E-Waste Management System),” IEEE, 2021.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E79AB-65C5-1792-627E-B807FD6690B6}"/>
              </a:ext>
            </a:extLst>
          </p:cNvPr>
          <p:cNvSpPr txBox="1"/>
          <p:nvPr/>
        </p:nvSpPr>
        <p:spPr>
          <a:xfrm>
            <a:off x="812800" y="2797710"/>
            <a:ext cx="10668000" cy="409342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Review: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Proposes SAFA-E, an Android + web system for e-waste management.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Collects user data on household e-waste and provides proper disposal/recycling options.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Targets pollution issues from toxic materials like Pb, Cd, and Hg in devices.</a:t>
            </a: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Analysis: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Very close to our locator project, offering both awareness and disposal guidance.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Confirms feasibility of mobile/web platforms for user–facility connection.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Suggests adding household-level data collection in our system for impact.</a:t>
            </a:r>
          </a:p>
        </p:txBody>
      </p:sp>
    </p:spTree>
    <p:extLst>
      <p:ext uri="{BB962C8B-B14F-4D97-AF65-F5344CB8AC3E}">
        <p14:creationId xmlns:p14="http://schemas.microsoft.com/office/powerpoint/2010/main" val="357125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9BD8C9EB-53EE-21DC-BFF3-6BD25008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BAC8E91-AA63-0C55-5BEE-BD0FB69E45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(paper 10)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D2BFBF24-392E-21FE-7FBD-167AA4667D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145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lvl="0" indent="-190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Design &amp; Development of E-Waste Monitoring, Segregation and Recycling System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M. S. Roy, M. N. I.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Lusan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, M. A. R. Khan, M. P. Khan, A. Ahmed, and M. S. R. Zishan, “Design and Development of E-Waste Monitoring, Segregation and Recycling System,” IEEE, 2021.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66BB43-7040-D17C-9789-A2670FEF32C7}"/>
              </a:ext>
            </a:extLst>
          </p:cNvPr>
          <p:cNvSpPr txBox="1"/>
          <p:nvPr/>
        </p:nvSpPr>
        <p:spPr>
          <a:xfrm>
            <a:off x="812800" y="2797710"/>
            <a:ext cx="10668000" cy="409342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Review: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Proposes automated detection, sorting, and segregation of e-waste.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Uses conveyor + shredding to recover reusable materials.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Includes website for digital collection and monitoring of e-waste.</a:t>
            </a: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buSzPct val="100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Analysis: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Highlights automation as a key to efficient recycling.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Our locator can integrate digital collection/monitoring aspects.</a:t>
            </a:r>
          </a:p>
          <a:p>
            <a:pPr marL="495300" lvl="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Shows value of linking physical recycling tech with online platforms.</a:t>
            </a:r>
          </a:p>
        </p:txBody>
      </p:sp>
    </p:spTree>
    <p:extLst>
      <p:ext uri="{BB962C8B-B14F-4D97-AF65-F5344CB8AC3E}">
        <p14:creationId xmlns:p14="http://schemas.microsoft.com/office/powerpoint/2010/main" val="1811747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EDF5CD1-6BFE-CB4A-681A-4F4BD6A5E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97F1F3DC-53CA-8050-8E5F-E8F995EDA9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6E5E0-BAD3-EED3-F661-8991021B5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Develop a platform for users to easily locate e-waste facilities.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Educate on harmful effects of improper disposal.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Introduce incentive-based participation (credit points).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Promote sustainable recycling practices.</a:t>
            </a:r>
          </a:p>
          <a:p>
            <a:pPr>
              <a:lnSpc>
                <a:spcPct val="150000"/>
              </a:lnSpc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613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0D9E077F-FD15-5E70-239E-F338DE39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C62BB1DB-2149-5032-65D1-39E45DD3F0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3E7F6-F9B8-B947-2BAF-05845FB27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methods: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Simple locators for recycling facilities.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Government awareness programs.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Drawbacks: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 recoverable metal estimation..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Minimal user education on e-waste hazards.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Lack of incentives.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544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5AFF1F9F-798D-EB04-2438-07A0E1293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8F8623B-A8AB-35A9-2D2B-A2A05DEA75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876B7-EF00-BE90-F80B-EBD88D024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048076"/>
            <a:ext cx="10668000" cy="5589501"/>
          </a:xfrm>
        </p:spPr>
        <p:txBody>
          <a:bodyPr>
            <a:norm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method: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Web platform with location-based services.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Awareness on e-waste hazards.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Incentive system for responsible recycling.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Feasibility: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Uses existing web and mapping technologies.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Low hardware cost.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Scalable and sustainable model.</a:t>
            </a:r>
          </a:p>
          <a:p>
            <a:pPr marL="76200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028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A576ADC1-9B9D-805A-86D0-36130F04B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F1DA4C1D-FCB3-B6DC-97FD-2A60ECDB2D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4410B9-94F1-4904-16B2-6344073AA4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993" y="1025566"/>
            <a:ext cx="8314014" cy="5090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2847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C2A27FAE-E607-EE8E-6A8F-148896C06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422B9B26-849F-08B3-44F4-EF50F2202A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8A243B-F4EC-A146-D85C-A3C8432D9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33400" indent="-457200"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User Module </a:t>
            </a:r>
          </a:p>
          <a:p>
            <a:pPr marL="8763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Facility Locator: Find nearest e-waste recycling points.</a:t>
            </a:r>
          </a:p>
          <a:p>
            <a:pPr marL="8763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Educational Resources: Learn about e-waste hazards and disposal benefits.</a:t>
            </a:r>
          </a:p>
          <a:p>
            <a:pPr marL="8763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Credit Point System: Earn rewards for responsible disposal.</a:t>
            </a:r>
          </a:p>
          <a:p>
            <a:pPr marL="533400" lvl="1" indent="0"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Admin Module</a:t>
            </a:r>
          </a:p>
          <a:p>
            <a:pPr marL="990600" lvl="1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Facility Management: Add or update e-waste recycling centres.</a:t>
            </a:r>
          </a:p>
          <a:p>
            <a:pPr marL="990600" lvl="1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Device Verification: Authenticate submitted devices for disposal.</a:t>
            </a:r>
          </a:p>
          <a:p>
            <a:pPr marL="990600" lvl="1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Credit Approval: Review and approve user-earned points.</a:t>
            </a:r>
          </a:p>
        </p:txBody>
      </p:sp>
    </p:spTree>
    <p:extLst>
      <p:ext uri="{BB962C8B-B14F-4D97-AF65-F5344CB8AC3E}">
        <p14:creationId xmlns:p14="http://schemas.microsoft.com/office/powerpoint/2010/main" val="3747359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F8383D2-A250-D38E-F522-85A94B3E4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4F0440C1-5054-BED7-E321-F60EEE208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Modules (cont.)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561EBB-7686-53AE-96EB-B06DF29CA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33400" indent="-457200">
              <a:buFont typeface="+mj-lt"/>
              <a:buAutoNum type="arabicPeriod" startAt="3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Backend Module</a:t>
            </a:r>
          </a:p>
          <a:p>
            <a:pPr marL="990600" lvl="1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API Integration: Facilitates communication between frontend and database.</a:t>
            </a:r>
          </a:p>
          <a:p>
            <a:pPr marL="9906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Authentication &amp; Validation: Manage secure sessions and input checks.</a:t>
            </a:r>
          </a:p>
          <a:p>
            <a:pPr marL="9906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Data Management: Store and retrieve user profiles, facility data, and logs.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151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537BB768-ACFC-0AE7-DA64-5CE3E70D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6E8B436-7CDA-CF6C-9629-FE0637A091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Details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06E771-1740-7E61-9BB8-64B04B80F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227881"/>
              </p:ext>
            </p:extLst>
          </p:nvPr>
        </p:nvGraphicFramePr>
        <p:xfrm>
          <a:off x="2590800" y="2534264"/>
          <a:ext cx="7112000" cy="1828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932856204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6247971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20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Frontend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</a:rPr>
                        <a:t>HTML5, CSS, Leaflet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261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Backend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</a:rPr>
                        <a:t>Node.js + express.js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0788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Database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</a:rPr>
                        <a:t>MySQL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805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Deployment (optional)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</a:rPr>
                        <a:t>AWS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814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463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698390-624E-97B0-840E-493F7116F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941" y="1096161"/>
            <a:ext cx="9606117" cy="482298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536DC-EA32-1E69-DB31-19D35E69B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Project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4210F5-AD19-0B8F-BF08-75AA9D4E6B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16" y="1143000"/>
            <a:ext cx="3761105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1E541A-7961-CC91-B28E-DA6C474578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6421" y="1143000"/>
            <a:ext cx="3749040" cy="2132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8C6220-36FA-CDED-D52C-800C4CA0F6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7526" y="1143000"/>
            <a:ext cx="376110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0E53CA-A476-57E0-9EBB-0158A32393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16" y="3429000"/>
            <a:ext cx="3741420" cy="213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9B2B0A-362C-4E89-32B4-92C5B3AF295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6421" y="3429000"/>
            <a:ext cx="3749040" cy="2136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6FEAD0-59CE-D721-5BAF-4F92797C325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461" y="3408680"/>
            <a:ext cx="3768090" cy="2150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1674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2EDD9-791A-BDE9-477B-E68438F2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3FD52-BD72-7584-B8DF-7A84E77C3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Project Output (contd.)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E7DA61-478A-FEB5-F839-BE421A3C6A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17" y="1074174"/>
            <a:ext cx="379476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E7D3F8-F383-7C84-59C9-0377B29DC2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277" y="1299599"/>
            <a:ext cx="3783965" cy="19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3D7799-E11F-D0C6-4FC6-8908F5887B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242" y="1074174"/>
            <a:ext cx="374777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813829-7F47-2588-8826-DF7AC2E687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17" y="3429000"/>
            <a:ext cx="3754120" cy="2141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249077-CF7B-E8FF-945F-692B8E2E9E8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637" y="3429000"/>
            <a:ext cx="3751580" cy="2141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6126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https://github.com/thejas-c/E-Waste-Facility-Locator</a:t>
            </a:r>
            <a:endParaRPr lang="en-US" b="1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0E23A6-8F98-609A-986C-8F67EA9203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257" y="1752600"/>
            <a:ext cx="7647486" cy="4343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1714</Words>
  <Application>Microsoft Office PowerPoint</Application>
  <PresentationFormat>Widescreen</PresentationFormat>
  <Paragraphs>259</Paragraphs>
  <Slides>25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Bioinformatics</vt:lpstr>
      <vt:lpstr>PSCS_76_E-Waste Facility Locator</vt:lpstr>
      <vt:lpstr>Content</vt:lpstr>
      <vt:lpstr>Abstract</vt:lpstr>
      <vt:lpstr>Literature survey (paper 1)</vt:lpstr>
      <vt:lpstr>Literature survey (paper 2)</vt:lpstr>
      <vt:lpstr>Literature survey (paper 3)</vt:lpstr>
      <vt:lpstr>Literature survey (paper 4)</vt:lpstr>
      <vt:lpstr>Literature survey (paper 5)</vt:lpstr>
      <vt:lpstr>Literature survey (paper 6)</vt:lpstr>
      <vt:lpstr>Literature survey (paper 7)</vt:lpstr>
      <vt:lpstr>Literature survey (paper 8)</vt:lpstr>
      <vt:lpstr>Literature survey (paper 9)</vt:lpstr>
      <vt:lpstr>Literature survey (paper 10)</vt:lpstr>
      <vt:lpstr>Objectives</vt:lpstr>
      <vt:lpstr>Existing Methods and Drawbacks </vt:lpstr>
      <vt:lpstr>Proposed Method &amp; Feasibility Study</vt:lpstr>
      <vt:lpstr>Architecture Diagram </vt:lpstr>
      <vt:lpstr>Modules</vt:lpstr>
      <vt:lpstr>Modules (cont.)</vt:lpstr>
      <vt:lpstr>Software Details</vt:lpstr>
      <vt:lpstr>Timeline of the Project (Gantt Chart)</vt:lpstr>
      <vt:lpstr>Project Output</vt:lpstr>
      <vt:lpstr>Project Output (contd.)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T M Tejashwini</cp:lastModifiedBy>
  <cp:revision>68</cp:revision>
  <dcterms:modified xsi:type="dcterms:W3CDTF">2025-12-03T06:59:27Z</dcterms:modified>
</cp:coreProperties>
</file>